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271f8c6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271f8c6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271f8c6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271f8c6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3271f8c6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3271f8c6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3271f8c6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3271f8c6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3271f8c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3271f8c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626150" y="121535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JACL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Raleway"/>
                <a:ea typeface="Raleway"/>
                <a:cs typeface="Raleway"/>
                <a:sym typeface="Raleway"/>
              </a:rPr>
              <a:t>Your Anime Streaming Compass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Problem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Finding where to watch content is fragmented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Users jump between multiple platforms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Information is often cluttered or incomplete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When users want to find shows or anime, they usually have to check multiple sites. Our goal was to reduce that friction.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Solution</a:t>
            </a:r>
            <a:endParaRPr sz="2400"/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One centralized discovery platform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Clean and intuitive user interface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Fast access to relevant media information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We built a website that pulls everything together and presents it in a clean, easy-to-use way.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1" name="Google Shape;91;p16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User Journey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Google Shape;93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• User lands on the homepage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• Searches for a movie, show, or anime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3625" y="2202325"/>
            <a:ext cx="2139901" cy="250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400">
                <a:solidFill>
                  <a:schemeClr val="dk2"/>
                </a:solidFill>
              </a:rPr>
              <a:t>• Results are displayed dynamically</a:t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• Filters help narrow down choices</a:t>
            </a:r>
            <a:endParaRPr b="0" sz="2400">
              <a:solidFill>
                <a:schemeClr val="dk2"/>
              </a:solidFill>
            </a:endParaRPr>
          </a:p>
        </p:txBody>
      </p:sp>
      <p:pic>
        <p:nvPicPr>
          <p:cNvPr id="100" name="Google Shape;100;p17" title="picture.jpg"/>
          <p:cNvPicPr preferRelativeResize="0"/>
          <p:nvPr/>
        </p:nvPicPr>
        <p:blipFill rotWithShape="1">
          <a:blip r:embed="rId3">
            <a:alphaModFix/>
          </a:blip>
          <a:srcRect b="-4040" l="-1745" r="4222" t="4040"/>
          <a:stretch/>
        </p:blipFill>
        <p:spPr>
          <a:xfrm>
            <a:off x="4488725" y="122675"/>
            <a:ext cx="4655274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7"/>
          <p:cNvGrpSpPr/>
          <p:nvPr/>
        </p:nvGrpSpPr>
        <p:grpSpPr>
          <a:xfrm>
            <a:off x="1957063" y="3049185"/>
            <a:ext cx="2212050" cy="2537076"/>
            <a:chOff x="6803275" y="395363"/>
            <a:chExt cx="2212050" cy="2537076"/>
          </a:xfrm>
        </p:grpSpPr>
        <p:pic>
          <p:nvPicPr>
            <p:cNvPr id="102" name="Google Shape;10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03" name="Google Shape;103;p17"/>
            <p:cNvPicPr preferRelativeResize="0"/>
            <p:nvPr/>
          </p:nvPicPr>
          <p:blipFill rotWithShape="1">
            <a:blip r:embed="rId5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Once results load, users can filter the data to find exactly what they’re looking for.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• User selects an item</a:t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• Detailed information is displayed</a:t>
            </a:r>
            <a:endParaRPr b="0" sz="2400">
              <a:solidFill>
                <a:schemeClr val="dk2"/>
              </a:solidFill>
            </a:endParaRPr>
          </a:p>
        </p:txBody>
      </p:sp>
      <p:grpSp>
        <p:nvGrpSpPr>
          <p:cNvPr id="110" name="Google Shape;110;p18"/>
          <p:cNvGrpSpPr/>
          <p:nvPr/>
        </p:nvGrpSpPr>
        <p:grpSpPr>
          <a:xfrm>
            <a:off x="1362912" y="3049176"/>
            <a:ext cx="2806428" cy="1988306"/>
            <a:chOff x="6803275" y="395363"/>
            <a:chExt cx="2212050" cy="2537076"/>
          </a:xfrm>
        </p:grpSpPr>
        <p:pic>
          <p:nvPicPr>
            <p:cNvPr id="111" name="Google Shape;11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12" name="Google Shape;112;p18"/>
            <p:cNvPicPr preferRelativeResize="0"/>
            <p:nvPr/>
          </p:nvPicPr>
          <p:blipFill rotWithShape="1">
            <a:blip r:embed="rId4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8"/>
            <p:cNvSpPr txBox="1"/>
            <p:nvPr/>
          </p:nvSpPr>
          <p:spPr>
            <a:xfrm>
              <a:off x="6944812" y="684228"/>
              <a:ext cx="1929000" cy="15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381000" marR="3810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Clicking an item brings up detailed information pulled directly from our APIs.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8100" y="1618613"/>
            <a:ext cx="3118857" cy="190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0" name="Google Shape;120;p1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721750" y="1024000"/>
            <a:ext cx="3566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UI Design with DaisyUI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9"/>
          <p:cNvSpPr txBox="1"/>
          <p:nvPr>
            <p:ph idx="4294967295" type="body"/>
          </p:nvPr>
        </p:nvSpPr>
        <p:spPr>
          <a:xfrm>
            <a:off x="2855550" y="170950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Used DaisyUI for consistent styling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Reusable components across the app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Faster development with prebuilt styles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375" y="3087752"/>
            <a:ext cx="6569250" cy="15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9" name="Google Shape;129;p20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902550" y="929625"/>
            <a:ext cx="3566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API Integration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0"/>
          <p:cNvSpPr txBox="1"/>
          <p:nvPr>
            <p:ph idx="4294967295" type="body"/>
          </p:nvPr>
        </p:nvSpPr>
        <p:spPr>
          <a:xfrm>
            <a:off x="2855550" y="170950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Watchmode API for streaming availability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Jikan API for anime data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Fetch requests used to retrieve live data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7" name="Google Shape;137;p21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2902550" y="1196050"/>
            <a:ext cx="3566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Data Filtering &amp; Organization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21"/>
          <p:cNvSpPr txBox="1"/>
          <p:nvPr>
            <p:ph idx="4294967295" type="body"/>
          </p:nvPr>
        </p:nvSpPr>
        <p:spPr>
          <a:xfrm>
            <a:off x="2855550" y="195865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Large datasets filtered for clarity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Results organized for usability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Improved overall user experience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5" name="Google Shape;145;p22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2902550" y="1196050"/>
            <a:ext cx="3566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Conclusion &amp; Next Steps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22"/>
          <p:cNvSpPr txBox="1"/>
          <p:nvPr>
            <p:ph idx="4294967295" type="body"/>
          </p:nvPr>
        </p:nvSpPr>
        <p:spPr>
          <a:xfrm>
            <a:off x="2855550" y="195865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Combined UI, APIs, and data logic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Strong team collaboration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Future features and refinements possible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